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-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ASIF" userId="a533e862db0c3d38" providerId="LiveId" clId="{F67661DF-88FE-436E-9FAC-3325FB9E5861}"/>
    <pc:docChg chg="modSld">
      <pc:chgData name="MOHD ASIF" userId="a533e862db0c3d38" providerId="LiveId" clId="{F67661DF-88FE-436E-9FAC-3325FB9E5861}" dt="2026-04-18T08:51:08.288" v="41" actId="404"/>
      <pc:docMkLst>
        <pc:docMk/>
      </pc:docMkLst>
      <pc:sldChg chg="modSp modAnim">
        <pc:chgData name="MOHD ASIF" userId="a533e862db0c3d38" providerId="LiveId" clId="{F67661DF-88FE-436E-9FAC-3325FB9E5861}" dt="2026-04-18T08:14:08.621" v="20" actId="20577"/>
        <pc:sldMkLst>
          <pc:docMk/>
          <pc:sldMk cId="2329149262" sldId="256"/>
        </pc:sldMkLst>
        <pc:spChg chg="mod">
          <ac:chgData name="MOHD ASIF" userId="a533e862db0c3d38" providerId="LiveId" clId="{F67661DF-88FE-436E-9FAC-3325FB9E5861}" dt="2026-04-18T08:14:08.621" v="20" actId="20577"/>
          <ac:spMkLst>
            <pc:docMk/>
            <pc:sldMk cId="2329149262" sldId="256"/>
            <ac:spMk id="5" creationId="{EEBB7C74-4233-4181-BEEC-272655712ED1}"/>
          </ac:spMkLst>
        </pc:spChg>
      </pc:sldChg>
      <pc:sldChg chg="modSp mod modAnim">
        <pc:chgData name="MOHD ASIF" userId="a533e862db0c3d38" providerId="LiveId" clId="{F67661DF-88FE-436E-9FAC-3325FB9E5861}" dt="2026-04-18T08:16:27.191" v="33"/>
        <pc:sldMkLst>
          <pc:docMk/>
          <pc:sldMk cId="785151153" sldId="257"/>
        </pc:sldMkLst>
        <pc:spChg chg="mod">
          <ac:chgData name="MOHD ASIF" userId="a533e862db0c3d38" providerId="LiveId" clId="{F67661DF-88FE-436E-9FAC-3325FB9E5861}" dt="2026-04-18T08:15:21.671" v="24" actId="2710"/>
          <ac:spMkLst>
            <pc:docMk/>
            <pc:sldMk cId="785151153" sldId="257"/>
            <ac:spMk id="3" creationId="{1686CAF8-95AF-4786-AF68-3F93F3101C36}"/>
          </ac:spMkLst>
        </pc:spChg>
      </pc:sldChg>
      <pc:sldChg chg="modSp mod">
        <pc:chgData name="MOHD ASIF" userId="a533e862db0c3d38" providerId="LiveId" clId="{F67661DF-88FE-436E-9FAC-3325FB9E5861}" dt="2026-04-18T08:51:08.288" v="41" actId="404"/>
        <pc:sldMkLst>
          <pc:docMk/>
          <pc:sldMk cId="3592674872" sldId="258"/>
        </pc:sldMkLst>
        <pc:spChg chg="mod">
          <ac:chgData name="MOHD ASIF" userId="a533e862db0c3d38" providerId="LiveId" clId="{F67661DF-88FE-436E-9FAC-3325FB9E5861}" dt="2026-04-18T08:51:08.288" v="41" actId="404"/>
          <ac:spMkLst>
            <pc:docMk/>
            <pc:sldMk cId="3592674872" sldId="258"/>
            <ac:spMk id="2" creationId="{6055373B-A934-4584-8764-7E2116600E0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813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28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345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834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13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07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679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913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48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350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0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70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1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801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521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686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330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1457B6-2968-4B12-BED4-88F58D977AE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732CA2D-BA20-4E16-813A-61EE9AFFD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56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AC696C-6075-4D51-8EAF-B7DFAEAEF206}"/>
              </a:ext>
            </a:extLst>
          </p:cNvPr>
          <p:cNvSpPr/>
          <p:nvPr/>
        </p:nvSpPr>
        <p:spPr>
          <a:xfrm>
            <a:off x="0" y="0"/>
            <a:ext cx="12050829" cy="923330"/>
          </a:xfrm>
          <a:prstGeom prst="rect">
            <a:avLst/>
          </a:prstGeom>
          <a:noFill/>
          <a:scene3d>
            <a:camera prst="perspectiveRight"/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PC Ko Fast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Kaise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Kare'</a:t>
            </a:r>
            <a:endParaRPr lang="en-US" sz="5400" b="1" i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86CAF8-95AF-4786-AF68-3F93F3101C36}"/>
              </a:ext>
            </a:extLst>
          </p:cNvPr>
          <p:cNvSpPr/>
          <p:nvPr/>
        </p:nvSpPr>
        <p:spPr>
          <a:xfrm>
            <a:off x="673768" y="1031140"/>
            <a:ext cx="11097927" cy="59093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Doston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,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aaj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kal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Windows 10 aur 11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dono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thode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bhari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ho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gaye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hain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Kuch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months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mein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hi ye slow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ho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jaate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hain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Aaj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main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apko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5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aisi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hidden settings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batane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wala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hoon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,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jisse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apka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PC rocket ki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tarah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fast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ho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jayega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Chalo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shuru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karte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IN" sz="5400" b="1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hain</a:t>
            </a:r>
            <a:r>
              <a:rPr lang="en-IN" sz="5400" b="1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!"</a:t>
            </a:r>
            <a:endParaRPr lang="en-US" sz="5400" b="1" i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835A843-33CB-4934-8373-710EB75917DF}"/>
              </a:ext>
            </a:extLst>
          </p:cNvPr>
          <p:cNvSpPr/>
          <p:nvPr/>
        </p:nvSpPr>
        <p:spPr>
          <a:xfrm>
            <a:off x="349718" y="53905"/>
            <a:ext cx="2107933" cy="923330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15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EBB7C74-4233-4181-BEEC-272655712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03" y="117693"/>
            <a:ext cx="11924097" cy="6740307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5400" i="1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Pehla</a:t>
            </a: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5400" i="1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tarika</a:t>
            </a: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5400" i="1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hai</a:t>
            </a:r>
            <a:r>
              <a:rPr lang="en-US" altLang="en-US" sz="5400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</a:t>
            </a:r>
            <a:r>
              <a:rPr lang="en-US" altLang="en-US" sz="5400" i="1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temporar.y</a:t>
            </a:r>
            <a:r>
              <a:rPr lang="en-US" altLang="en-US" sz="5400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files ko </a:t>
            </a:r>
            <a:r>
              <a:rPr kumimoji="0" lang="en-US" altLang="en-US" sz="5400" i="1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hatana</a:t>
            </a: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. Ye </a:t>
            </a:r>
            <a:r>
              <a:rPr kumimoji="0" lang="en-US" altLang="en-US" sz="5400" i="1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faltu</a:t>
            </a: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cache file system slow </a:t>
            </a:r>
            <a:r>
              <a:rPr kumimoji="0" lang="en-US" altLang="en-US" sz="5400" i="1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karti</a:t>
            </a: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5400" i="1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hain</a:t>
            </a:r>
            <a:endParaRPr kumimoji="0" lang="en-US" altLang="en-US" sz="5400" i="1" u="none" strike="noStrike" normalizeH="0" baseline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(</a:t>
            </a:r>
            <a:r>
              <a:rPr kumimoji="0" lang="en-US" altLang="en-US" sz="5400" i="1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Win+R</a:t>
            </a: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)   </a:t>
            </a:r>
            <a:r>
              <a:rPr kumimoji="0" lang="en-US" altLang="en-US" sz="5400" i="1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dabao</a:t>
            </a: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,     aur ye teen commands </a:t>
            </a:r>
            <a:r>
              <a:rPr kumimoji="0" lang="en-US" altLang="en-US" sz="5400" i="1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chalaye</a:t>
            </a: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—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1.   %temp%,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            2.    temp,             aur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i="1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3.    prefetch— </a:t>
            </a:r>
          </a:p>
        </p:txBody>
      </p:sp>
    </p:spTree>
    <p:extLst>
      <p:ext uri="{BB962C8B-B14F-4D97-AF65-F5344CB8AC3E}">
        <p14:creationId xmlns:p14="http://schemas.microsoft.com/office/powerpoint/2010/main" val="232914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55373B-A934-4584-8764-7E2116600E05}"/>
              </a:ext>
            </a:extLst>
          </p:cNvPr>
          <p:cNvSpPr/>
          <p:nvPr/>
        </p:nvSpPr>
        <p:spPr>
          <a:xfrm>
            <a:off x="230472" y="115502"/>
            <a:ext cx="11213966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kumimoji="0" lang="en-US" altLang="en-US" sz="8800" i="0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bari</a:t>
            </a:r>
            <a:r>
              <a:rPr kumimoji="0" lang="en-US" altLang="en-US" sz="8800" i="0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8800" i="0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bari</a:t>
            </a:r>
            <a:r>
              <a:rPr kumimoji="0" lang="en-US" altLang="en-US" sz="8800" i="0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se </a:t>
            </a:r>
            <a:r>
              <a:rPr kumimoji="0" lang="en-US" altLang="en-US" sz="8800" i="0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chalao</a:t>
            </a:r>
            <a:r>
              <a:rPr kumimoji="0" lang="en-US" altLang="en-US" sz="8800" i="0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, aur sab </a:t>
            </a:r>
            <a:r>
              <a:rPr kumimoji="0" lang="en-US" altLang="en-US" sz="8800" i="0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kuch</a:t>
            </a:r>
            <a:r>
              <a:rPr kumimoji="0" lang="en-US" altLang="en-US" sz="8800" i="0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permanent delete (</a:t>
            </a:r>
            <a:r>
              <a:rPr kumimoji="0" lang="en-US" altLang="en-US" sz="8800" i="0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Shift+Delete</a:t>
            </a:r>
            <a:r>
              <a:rPr kumimoji="0" lang="en-US" altLang="en-US" sz="8800" i="0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) </a:t>
            </a:r>
            <a:r>
              <a:rPr kumimoji="0" lang="en-US" altLang="en-US" sz="8800" i="0" u="none" strike="noStrike" normalizeH="0" baseline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kar</a:t>
            </a:r>
            <a:r>
              <a:rPr kumimoji="0" lang="en-US" altLang="en-US" sz="8800" i="0" u="none" strike="noStrike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 do."</a:t>
            </a:r>
            <a:endParaRPr lang="en-US" sz="8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267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74</TotalTime>
  <Words>124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ASIF</dc:creator>
  <cp:lastModifiedBy>MOHD ASIF</cp:lastModifiedBy>
  <cp:revision>5</cp:revision>
  <dcterms:created xsi:type="dcterms:W3CDTF">2026-04-18T07:45:20Z</dcterms:created>
  <dcterms:modified xsi:type="dcterms:W3CDTF">2026-04-18T09:00:03Z</dcterms:modified>
</cp:coreProperties>
</file>